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Dark navy background (#14141F) matching website hero/nav. Purple accent (#6C4CE0) for title. Introduce team, domain, problem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 off-white background (#F4F5F9) matching website. Purple title. Explain the 5 competing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of solution. Highlight live deployment URL in purple.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website color tokens for each weight: amber for emergency, teal for debt, purple for investments, green for goals, red for penalties.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Constraints that make the optimisation realistic. Purple highlight on key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differentiator. Purple highlight on the comparison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 stack with purple bold labels. Match website's tech stack section on How It Works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features list. Highlight unseen scenario test harness in purple bold.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slide. Live URL in large purple bold. 4-step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Dark navy background matching slide 1. Purple links. Q&amp;A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FINANCE OPTIMISER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Personal financial planning requires balancing 5 competing priorities:</a:t>
            </a:r>
          </a:p>
          <a:p>
            <a:pPr/>
            <a:r>
              <a:rPr/>
              <a:t>  Savings · Investments · Debt Repayment · Emergency Fund · Goals</a:t>
            </a:r>
          </a:p>
          <a:p>
            <a:pPr/>
            <a:r>
              <a:rPr/>
              <a:t>Optimising one area hurts another — no way to know the best split</a:t>
            </a:r>
          </a:p>
          <a:p>
            <a:pPr/>
            <a:r>
              <a:rPr/>
              <a:t>Life changes (income drop, new expense) break any static plan</a:t>
            </a:r>
          </a:p>
          <a:p>
            <a:pPr/>
            <a:r>
              <a:rPr b="1">
                <a:solidFill>
                  <a:srgbClr val="6C4CE0"/>
                </a:solidFill>
              </a:rPr>
              <a:t>Most people guess. We solve with mathematical optimisation.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Web app that takes your financial profile and outputs optimal allocation</a:t>
            </a:r>
          </a:p>
          <a:p>
            <a:pPr/>
            <a:r>
              <a:rPr/>
              <a:t>LP/QP solver maximises a well-being score, not just wealth</a:t>
            </a:r>
          </a:p>
          <a:p>
            <a:pPr/>
            <a:r>
              <a:rPr/>
              <a:t>Dynamic re-planning: re-runs optimiser when life changes</a:t>
            </a:r>
          </a:p>
          <a:p>
            <a:pPr/>
            <a:r>
              <a:rPr/>
              <a:t>AI-powered recommendations via Groq (Llama 3.3 70B)</a:t>
            </a:r>
          </a:p>
          <a:p>
            <a:pPr/>
            <a:r>
              <a:rPr/>
              <a:t>6-page interactive dashboard with charts and projections</a:t>
            </a:r>
          </a:p>
          <a:p>
            <a:pPr/>
            <a:r>
              <a:rPr b="1">
                <a:solidFill>
                  <a:srgbClr val="6C4CE0"/>
                </a:solidFill>
              </a:rPr>
              <a:t>Live: finance-optimiser.onrender.com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ALGORITHM: OBJECTIVE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>
                <a:solidFill>
                  <a:srgbClr val="1A1A2E"/>
                </a:solidFill>
              </a:rPr>
              <a:t>Maximise Financial Well-Being Score (not just wealth):</a:t>
            </a:r>
          </a:p>
          <a:p>
            <a:pPr/>
            <a:r>
              <a:rPr>
                <a:solidFill>
                  <a:srgbClr val="F59E0B"/>
                </a:solidFill>
              </a:rPr>
              <a:t>20% — Emergency fund progress</a:t>
            </a:r>
          </a:p>
          <a:p>
            <a:pPr/>
            <a:r>
              <a:rPr>
                <a:solidFill>
                  <a:srgbClr val="06B6D4"/>
                </a:solidFill>
              </a:rPr>
              <a:t>25% — Debt reduction rate</a:t>
            </a:r>
          </a:p>
          <a:p>
            <a:pPr/>
            <a:r>
              <a:rPr>
                <a:solidFill>
                  <a:srgbClr val="6C4CE0"/>
                </a:solidFill>
              </a:rPr>
              <a:t>20% — Investment growth</a:t>
            </a:r>
          </a:p>
          <a:p>
            <a:pPr/>
            <a:r>
              <a:rPr>
                <a:solidFill>
                  <a:srgbClr val="10B981"/>
                </a:solidFill>
              </a:rPr>
              <a:t>25% — Goal completion</a:t>
            </a:r>
          </a:p>
          <a:p>
            <a:pPr/>
            <a:r>
              <a:rPr>
                <a:solidFill>
                  <a:srgbClr val="F43F5E"/>
                </a:solidFill>
              </a:rPr>
              <a:t>Penalty — Underfunded goals, low emergency reserves</a:t>
            </a:r>
          </a:p>
          <a:p>
            <a:pPr/>
            <a:r>
              <a:rPr b="1">
                <a:solidFill>
                  <a:srgbClr val="6C4CE0"/>
                </a:solidFill>
              </a:rPr>
              <a:t>Solver: scipy.optimize.minimize (SLSQP)</a:t>
            </a:r>
          </a:p>
          <a:p>
            <a:pPr/>
            <a:r>
              <a:rPr/>
              <a:t>Fallback: Rule-based waterfall method if solver fails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ALGORITHM: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Budget: sum(allocations) ≤ disposable income</a:t>
            </a:r>
          </a:p>
          <a:p>
            <a:pPr/>
            <a:r>
              <a:rPr/>
              <a:t>Minimum debt payments: every debt gets at least its minimum</a:t>
            </a:r>
          </a:p>
          <a:p>
            <a:pPr/>
            <a:r>
              <a:rPr/>
              <a:t>Non-negativity: no category can receive negative allocation</a:t>
            </a:r>
          </a:p>
          <a:p>
            <a:pPr/>
            <a:r>
              <a:rPr/>
              <a:t>Emergency fund cap: stops adding once target reached</a:t>
            </a:r>
          </a:p>
          <a:p>
            <a:pPr/>
            <a:r>
              <a:rPr/>
              <a:t>Goal feasibility: flags impossible deadlines</a:t>
            </a:r>
          </a:p>
          <a:p>
            <a:pPr/>
            <a:r>
              <a:rPr b="1">
                <a:solidFill>
                  <a:srgbClr val="6C4CE0"/>
                </a:solidFill>
              </a:rPr>
              <a:t>These constraints mirror real financial rules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RE-PLANNING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When life changes, the system doesn't just tweak the old plan</a:t>
            </a:r>
          </a:p>
          <a:p>
            <a:pPr/>
            <a:r>
              <a:rPr b="1">
                <a:solidFill>
                  <a:srgbClr val="1A1A2E"/>
                </a:solidFill>
              </a:rPr>
              <a:t>It re-runs the ENTIRE optimiser from scratch with updated parameters</a:t>
            </a:r>
          </a:p>
          <a:p>
            <a:pPr/>
            <a:r>
              <a:rPr/>
              <a:t>The new plan is globally optimal for the new conditions</a:t>
            </a:r>
          </a:p>
          <a:p>
            <a:pPr/>
            <a:r>
              <a:rPr/>
              <a:t>Supported events:</a:t>
            </a:r>
          </a:p>
          <a:p>
            <a:pPr/>
            <a:r>
              <a:rPr/>
              <a:t>  Income change · New expense · Rate change · New goal · Emergency expense</a:t>
            </a:r>
          </a:p>
          <a:p>
            <a:pPr/>
            <a:r>
              <a:rPr>
                <a:solidFill>
                  <a:srgbClr val="6C4CE0"/>
                </a:solidFill>
              </a:rPr>
              <a:t>Original vs Revised plan shown side by side with divergence chart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>
                <a:solidFill>
                  <a:srgbClr val="6C4CE0"/>
                </a:solidFill>
              </a:rPr>
              <a:t>Python</a:t>
            </a:r>
          </a:p>
          <a:p>
            <a:pPr/>
            <a:r>
              <a:rPr/>
              <a:t>  Core language</a:t>
            </a:r>
          </a:p>
          <a:p>
            <a:pPr/>
            <a:r>
              <a:rPr b="1">
                <a:solidFill>
                  <a:srgbClr val="6C4CE0"/>
                </a:solidFill>
              </a:rPr>
              <a:t>Streamlit</a:t>
            </a:r>
          </a:p>
          <a:p>
            <a:pPr/>
            <a:r>
              <a:rPr/>
              <a:t>  Multipage web dashboard (6 pages)</a:t>
            </a:r>
          </a:p>
          <a:p>
            <a:pPr/>
            <a:r>
              <a:rPr b="1">
                <a:solidFill>
                  <a:srgbClr val="6C4CE0"/>
                </a:solidFill>
              </a:rPr>
              <a:t>SciPy (SLSQP)</a:t>
            </a:r>
          </a:p>
          <a:p>
            <a:pPr/>
            <a:r>
              <a:rPr/>
              <a:t>  Mathematical optimisation engine</a:t>
            </a:r>
          </a:p>
          <a:p>
            <a:pPr/>
            <a:r>
              <a:rPr b="1">
                <a:solidFill>
                  <a:srgbClr val="6C4CE0"/>
                </a:solidFill>
              </a:rPr>
              <a:t>Plotly</a:t>
            </a:r>
          </a:p>
          <a:p>
            <a:pPr/>
            <a:r>
              <a:rPr/>
              <a:t>  Interactive charts (net worth, debt, goals)</a:t>
            </a:r>
          </a:p>
          <a:p>
            <a:pPr/>
            <a:r>
              <a:rPr b="1">
                <a:solidFill>
                  <a:srgbClr val="6C4CE0"/>
                </a:solidFill>
              </a:rPr>
              <a:t>Groq (Llama 3.3 70B)</a:t>
            </a:r>
          </a:p>
          <a:p>
            <a:pPr/>
            <a:r>
              <a:rPr/>
              <a:t>  AI-powered financial advisor</a:t>
            </a:r>
          </a:p>
          <a:p>
            <a:pPr/>
            <a:r>
              <a:rPr b="1">
                <a:solidFill>
                  <a:srgbClr val="6C4CE0"/>
                </a:solidFill>
              </a:rPr>
              <a:t>Render</a:t>
            </a:r>
          </a:p>
          <a:p>
            <a:pPr/>
            <a:r>
              <a:rPr/>
              <a:t>  Free cloud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5-step profile wizard (income, assets, debts, goals, risk)</a:t>
            </a:r>
          </a:p>
          <a:p>
            <a:pPr/>
            <a:r>
              <a:rPr/>
              <a:t>Report-style dashboard with hero metric + allocation bar</a:t>
            </a:r>
          </a:p>
          <a:p>
            <a:pPr/>
            <a:r>
              <a:rPr/>
              <a:t>Net worth &amp; debt projection charts over time</a:t>
            </a:r>
          </a:p>
          <a:p>
            <a:pPr/>
            <a:r>
              <a:rPr/>
              <a:t>Goal progress bars with on-track/behind status</a:t>
            </a:r>
          </a:p>
          <a:p>
            <a:pPr/>
            <a:r>
              <a:rPr/>
              <a:t>Before/after comparison on life event simulation</a:t>
            </a:r>
          </a:p>
          <a:p>
            <a:pPr/>
            <a:r>
              <a:rPr/>
              <a:t>AI chat advisor for personalised financial questions</a:t>
            </a:r>
          </a:p>
          <a:p>
            <a:pPr/>
            <a:r>
              <a:rPr/>
              <a:t>Scenario Lab: paste any JSON profile, test the engine</a:t>
            </a:r>
          </a:p>
          <a:p>
            <a:pPr/>
            <a:r>
              <a:rPr b="1">
                <a:solidFill>
                  <a:srgbClr val="6C4CE0"/>
                </a:solidFill>
              </a:rPr>
              <a:t>Unseen scenario test harness (robustness)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solidFill>
                  <a:srgbClr val="6C4CE0"/>
                </a:solidFill>
              </a:rPr>
              <a:t>GitHub: github.com/shoumik1908/Finance-Optimiser</a:t>
            </a:r>
          </a:p>
          <a:p>
            <a:pPr/>
            <a:r>
              <a:rPr sz="2200" b="1">
                <a:solidFill>
                  <a:srgbClr val="6C4CE0"/>
                </a:solidFill>
              </a:rPr>
              <a:t>Live: finance-optimiser.onrender.com</a:t>
            </a:r>
          </a:p>
          <a:p>
            <a:pPr/>
            <a:r>
              <a:rPr b="1">
                <a:solidFill>
                  <a:srgbClr val="1A1A2E"/>
                </a:solidFill>
              </a:rPr>
              <a:t>Walkthrough:</a:t>
            </a:r>
          </a:p>
          <a:p>
            <a:pPr/>
            <a:r>
              <a:rPr/>
              <a:t>1. Build a financial profile (5-step wizard)</a:t>
            </a:r>
          </a:p>
          <a:p>
            <a:pPr/>
            <a:r>
              <a:rPr/>
              <a:t>2. View optimised plan with charts and AI recommendations</a:t>
            </a:r>
          </a:p>
          <a:p>
            <a:pPr/>
            <a:r>
              <a:rPr/>
              <a:t>3. Simulate a life event — see plan adapt</a:t>
            </a:r>
          </a:p>
          <a:p>
            <a:pPr/>
            <a:r>
              <a:rPr/>
              <a:t>4. Test with unseen JSON scenario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